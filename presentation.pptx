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F6B35"/>
                </a:solidFill>
                <a:latin typeface="Helvetica"/>
              </a:defRPr>
            </a:pPr>
            <a:r>
              <a:t>FoodieGo 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212529"/>
                </a:solidFill>
                <a:latin typeface="Helvetica"/>
              </a:defRPr>
            </a:pPr>
            <a:r>
              <a:t>Task 5: Finalization, Deployment &amp; Presentation</a:t>
            </a:r>
          </a:p>
          <a:p>
            <a:pPr algn="ctr">
              <a:defRPr sz="1800">
                <a:solidFill>
                  <a:srgbClr val="212529"/>
                </a:solidFill>
                <a:latin typeface="Helvetica"/>
              </a:defRPr>
            </a:pPr>
            <a:r>
              <a:t>Android Development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FoodieGo is a high-performance, premium food ordering Android application.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Engineered with a hybrid architecture bridging a local Node.js API with Firebase backend services.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Adheres strictly to Google Material Design 3 guidelines for fluid transitions, outlines, and micro-animations.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Designed to offer Zomato/Swiggy-grade user experience with strong offline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Traditional food apps display slow loading states and crash completely during network fluctuations.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Inconsistent layout designs distract users, leading to high cart abandonment rates.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Lack of local caching isolates users from viewing past orders or browsing menus while offline.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Navigation flow bugs (e.g. notification redirects, backstack loopings) cause frustration.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Deliver a highly consistent Material Design 3 interface with outline boxes, loaders, and transitions.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Implement a hybrid synchronization repository: local Node.js databases synced with Firebase Firestore.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Build 100% offline cache capabilities for menus, active carts, and order histories.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Prepare Google Play Store submission deliverables including signed release APK and design graphics.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Key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Splash Screen: Diagnostic 2-second diagonal gradient transition with brand cloche animation.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Filters &amp; Sorting: Real-time search by food, category, rating, veg, fast delivery, and price ranks.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Interactive Cart &amp; Checkout: Live bill detail sums (subtotal, taxes, delivery) and address selections.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Timeline Order Tracker: Visual multi-step progress bar (Placed -&gt; Preparing -&gt; Out -&gt; Delivered).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In-App Notification Log: Dedicated bottom sheet alert history and localized system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Frontend Engine: Java (JDK 8 / 1.8 compatibility) and XML layouts (ConstraintLayout).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Networking Library: Retrofit 2 for async REST API calls with Gson deserialization.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Media Processing: Glide v4 for Unsplash photo caching and scaling.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Animations Library: Lottie Android for rich vector JSON loading animations.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Firebase Infrastructure: Firebase Auth, Cloud Firestore, Firebase Storage, and FCM Messaging.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Modular Pattern: Organized cleanly by packages (activities, adapters, models, network, services, utils).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View Binding: 100% type-safe view binding variables in XML lookups preventing NullPointerExceptions.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Repository Pattern: Mediates database calls; queries Node.js first, falling back to cached JSON or Firestore.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Tactile Feedback: Custom programmatic scale triggers on major buttons for tactile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Firebase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Firebase Auth: Secures user credentials and maps UIDs across platforms.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Cloud Firestore: Stores user metadata, custom address books, and order entries.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Firebase Storage: Hosts high-resolution profile pictures (profile_images/{uid}.jpg).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Firebase Cloud Messaging (FCM): Dispatches push alerts triggered on order milestones.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Node.js REST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Backend Server: Custom Express server running on local port 8001.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Database Layer: MongoDB (mongoose) storing catalog foods, carts, and order entries.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Automatic Seeding: Automatically seeds default foods on database connections.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Endpoints mapping: /api/products, /api/auth/login, /api/cart, /api/orders.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Lottie Asset Crash: Animation files inside res/raw caused runtime crashes when loaded via string path.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Navigation Misalignments: Notification bell opened Favorites; no central UI for notification logs existed.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Locale Bug: Switching app to Hindi resulted in English text due to missing resources folder.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Release Signing: Standard debug builds are not production-ready; required signed 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Assets Folder Setup: Created assets/ directory and duplicated JSON files allowing string load by name.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Notifications Bottom Sheet: Bound bell to a custom BottomSheetDialogFragment rendering logged alerts.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Favorites Card &amp; Bindings: Inserted a 'My Favorites' Card in Profile settings and mapped it to FavoritesActivity.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Hindi Localization: Added values-hi/strings.xml to render Hindi texts when locale changes.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Keystore Generation: Created release.keystore and integrated signing configuration in build.gradle.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Real-Time Map Tracking: Integrate Google Maps SDK to trace delivery riders.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Payment Gateway: Add Razorpay / Stripe SDKs for live transactions.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Loyalty points: Reward points system for frequent order completions.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AI Recommendation: Gemini API recommendations of popular foods based on history.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35"/>
                </a:solidFill>
                <a:latin typeface="Helvetica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FoodieGo has been successfully refactored and finalized into a production-grade app.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Compiles with 0 warnings, zero memory crashes, and full support for Dark Mode/Localization.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Release bundle configurations are set up and fully prepared for Google Play Store upload.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Helvetica"/>
              </a:defRPr>
            </a:pPr>
            <a:r>
              <a:t>Deliverables are complete and ready for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